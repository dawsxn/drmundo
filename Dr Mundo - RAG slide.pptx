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in two stages. Left: semantic search turns a lay/Taglish phrase into ranked catalog candidates (the retrieve). Right: the matched key drives a fixed parameterized query — the model only fills the ? — which returns the real rows (the ground). One line: 'embeddings find the right entry; parameterized SQL grounds the numbers; no text-to-SQL.' ~50s.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semantic retrieval, then grounded SQL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08376" y="14173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374136" y="141732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9856" y="14173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match catalog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79592" y="14173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45352" y="141732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4173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50808" y="14173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16568" y="141732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0A896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62288" y="14173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317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3317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— semantic search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278892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user's phrase; match it against the pre-embedded catalog of procedures + services, with a curated alias boost for Taglish.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ranked candidates, each tagged covered or outpatient — which decides the path.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5532120" cy="1463040"/>
          </a:xfrm>
          <a:prstGeom prst="roundRect">
            <a:avLst>
              <a:gd name="adj" fmla="val 3750"/>
            </a:avLst>
          </a:prstGeom>
          <a:solidFill>
            <a:srgbClr val="F0F6F7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85800" y="3886200"/>
            <a:ext cx="5166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search_catalog output: a Taglish query → ranked candidates with scores and kind (covered / outpatient). Crop the confidence line.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23317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331720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— parameterized SQL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0" y="2788920"/>
            <a:ext cx="5242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matched key drives a pre-written, parameterized query — the model supplies only the ? arguments (no text-to-SQL).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3566160"/>
            <a:ext cx="5333695" cy="1737360"/>
          </a:xfrm>
          <a:prstGeom prst="roundRect">
            <a:avLst>
              <a:gd name="adj" fmla="val 3158"/>
            </a:avLst>
          </a:prstGeom>
          <a:solidFill>
            <a:srgbClr val="07333A"/>
          </a:solidFill>
          <a:ln w="12700">
            <a:solidFill>
              <a:srgbClr val="075E68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56248" y="3712464"/>
            <a:ext cx="49313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FD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db/queries.py — the model never writes SQL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conn.execute(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h.hospital, hpp.price_low, hpp.price_high, hpp.as_of "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"FROM hospital_procedure_prices hpp "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"JOIN hospitals h ON h.id = hpp.hospital_id "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D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"WHERE hpp.rvs_code = ?",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(rvs_code,)).fetchall()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5321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Retrieval is semantic search over the procedure/service catalog (embeddings + alias boost) feeding pre-written parameterized SQL that returns the exact rows the answer is grounded in — retrieval-augmented generation without a document vector store and without model-generated SQL.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Mundo — RAG slide</dc:title>
  <dc:subject>PptxGenJS Presentation</dc:subject>
  <dc:creator>PptxGenJS</dc:creator>
  <cp:lastModifiedBy>PptxGenJS</cp:lastModifiedBy>
  <cp:revision>1</cp:revision>
  <dcterms:created xsi:type="dcterms:W3CDTF">2026-07-08T15:43:05Z</dcterms:created>
  <dcterms:modified xsi:type="dcterms:W3CDTF">2026-07-08T15:43:05Z</dcterms:modified>
</cp:coreProperties>
</file>