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Disambiguation: a clarifying question, not a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53896"/>
            <a:ext cx="2486254" cy="566928"/>
          </a:xfrm>
          <a:prstGeom prst="roundRect">
            <a:avLst>
              <a:gd name="adj" fmla="val 16129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53896"/>
            <a:ext cx="2486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ambiguous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89174" y="145389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54934" y="1453896"/>
            <a:ext cx="2486254" cy="566928"/>
          </a:xfrm>
          <a:prstGeom prst="roundRect">
            <a:avLst>
              <a:gd name="adj" fmla="val 16129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4934" y="1453896"/>
            <a:ext cx="2486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ask_user — tool #5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41187" y="145389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06947" y="1453896"/>
            <a:ext cx="2486254" cy="566928"/>
          </a:xfrm>
          <a:prstGeom prst="roundRect">
            <a:avLst>
              <a:gd name="adj" fmla="val 16129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6947" y="1453896"/>
            <a:ext cx="2486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needs_clarification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93201" y="145389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8961" y="1453896"/>
            <a:ext cx="2486254" cy="566928"/>
          </a:xfrm>
          <a:prstGeom prst="roundRect">
            <a:avLst>
              <a:gd name="adj" fmla="val 16129"/>
            </a:avLst>
          </a:prstGeom>
          <a:solidFill>
            <a:srgbClr val="00A896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8961" y="1453896"/>
            <a:ext cx="2486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replies → loop resumes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267712"/>
            <a:ext cx="5455768" cy="1691640"/>
          </a:xfrm>
          <a:prstGeom prst="roundRect">
            <a:avLst>
              <a:gd name="adj" fmla="val 4865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" y="2404872"/>
            <a:ext cx="505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2798064"/>
            <a:ext cx="505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match is ambiguous, low-confidence, or has no candidates at all.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name matches more than one row in the database.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genuinely can’t tell which path or hospital is meant.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2267712"/>
            <a:ext cx="5455768" cy="1691640"/>
          </a:xfrm>
          <a:prstGeom prst="roundRect">
            <a:avLst>
              <a:gd name="adj" fmla="val 4865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34176" y="2404872"/>
            <a:ext cx="505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intent classifier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4176" y="2798064"/>
            <a:ext cx="505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category-labeling step — it's just tool #5, called mid-reasoning.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natural-language question, not a fixed set of intents.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named? Compare all hospitals — never a forced question.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07333A"/>
          </a:solidFill>
          <a:ln w="12700">
            <a:solidFill>
              <a:srgbClr val="075E68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4370832"/>
            <a:ext cx="10673791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FD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agent/tools.py — ask_user is tool #5, not a classifier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 "needs_clarification",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D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"question": "Did you mean Makati Medical Center or The Medical City - Ortigas?"}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FD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loop.py: returns immediately — no further tool calls this turn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7332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ask_user is a tool the ReAct loop can call mid-reasoning, not an upfront classifier — one free-text question, and the loop resumes the moment the user replies.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3739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Disambiguation</dc:title>
  <dc:subject>PptxGenJS Presentation</dc:subject>
  <dc:creator>Dr. Mundo Team</dc:creator>
  <cp:lastModifiedBy>Dr. Mundo Team</cp:lastModifiedBy>
  <cp:revision>1</cp:revision>
  <dcterms:created xsi:type="dcterms:W3CDTF">2026-07-08T16:44:28Z</dcterms:created>
  <dcterms:modified xsi:type="dcterms:W3CDTF">2026-07-08T16:44:28Z</dcterms:modified>
</cp:coreProperties>
</file>